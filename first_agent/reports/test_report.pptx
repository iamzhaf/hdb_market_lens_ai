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Introductory slide highlighting the purpose of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these key takeaways in the first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contrast between high-procurement IT and under-spent R&amp;D.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FFFFFF"/>
                </a:solidFill>
                <a:latin typeface="Trebuchet MS"/>
              </a:defRPr>
            </a:pPr>
            <a:r>
              <a:t>Monthly Expense Trends Analysis</a:t>
            </a:r>
          </a:p>
          <a:p>
            <a:pPr>
              <a:defRPr sz="2000">
                <a:solidFill>
                  <a:srgbClr val="D4AF37"/>
                </a:solidFill>
                <a:latin typeface="Calibri"/>
              </a:defRPr>
            </a:pPr>
            <a:r>
              <a:t>InsightAgent Business Intelligence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1A2530"/>
                </a:solidFill>
                <a:latin typeface="Trebuchet MS"/>
              </a:defRPr>
            </a:pPr>
            <a:r>
              <a:t>Key Executive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Operating expenses decreased by 4.2% month-over-month.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Cost center 4012 (IT Services) had the highest budget variance due to hardware procurement.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Recommended action: Review software subscription renewals before Q4.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1A2530"/>
                </a:solidFill>
                <a:latin typeface="Trebuchet MS"/>
              </a:defRPr>
            </a:pPr>
            <a:r>
              <a:t>Cost Center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D4AF37"/>
                </a:solidFill>
                <a:latin typeface="Trebuchet MS"/>
              </a:defRPr>
            </a:pPr>
            <a:r>
              <a:t>Top Expended Centers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IT Operations: $124K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Marketing &amp; Sales: $89K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Human Resources: $45K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D4AF37"/>
                </a:solidFill>
                <a:latin typeface="Trebuchet MS"/>
              </a:defRPr>
            </a:pPr>
            <a:r>
              <a:t>Top Under-budget Centers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Research &amp; Dev: -$12K variance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Facilities &amp; Admin: -$8K variance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Legal &amp; Compliance: -$3K variance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