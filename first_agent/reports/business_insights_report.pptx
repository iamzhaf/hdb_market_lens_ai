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Executive Financial Insight Report</a:t>
            </a:r>
          </a:p>
          <a:p>
            <a:pPr>
              <a:defRPr sz="2000">
                <a:solidFill>
                  <a:srgbClr val="D4AF37"/>
                </a:solidFill>
                <a:latin typeface="Calibri"/>
              </a:defRPr>
            </a:pPr>
            <a:r>
              <a:t>Analysis of Expense Distribution and Operational Intensity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Expenditure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Total expenditure analyzed across three profit centers: RE_BIOMED, RE_AITECH, and RE_SCI_ENG.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Primary expense category identified is EOM (Employee/Operational Maintenance) across all units.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Total Spending Summary: RE_BIOMED ($21.2M), RE_SCI_ENG ($16.4M), RE_AITECH ($15.5M).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Labour vs. Machine Intensity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4AF37"/>
                </a:solidFill>
                <a:latin typeface="Trebuchet MS"/>
              </a:defRPr>
            </a:pPr>
            <a:r>
              <a:t>Operational Intensity Ratio (Labour vs. Machine)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RE_AITECH has the highest ratio (17.80) of labour to machine costs.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RE_BIOMED operates with a ratio of 8.74, indicating higher capital intensity.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RE_SCI_ENG records zero equipment investment, suggesting a 100% service-based model or potential accounting misclassification.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4AF37"/>
                </a:solidFill>
                <a:latin typeface="Trebuchet MS"/>
              </a:defRPr>
            </a:pPr>
            <a:r>
              <a:t>Strategic Implications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Labour-intensive units are more susceptible to wage inflation.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Capital-intensive units (BIOMED) require higher long-term maintenance budgets.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Need to audit RE_SCI_ENG asset procurement protocols.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Audit the Equipment (EQT) ledger for RE_SCI_ENG to ensure accurate capital expenditure tracking.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Review the high labour costs in RE_AITECH; consider investment in automation to optimize the 17.80 ratio.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Monitor RE_BIOMED maintenance trends as the highest spender in both labour and equipment.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