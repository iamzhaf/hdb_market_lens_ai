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Profit Center to Council Mapping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RE_BIOMED: Biomedical Research, typically falls under BMRC Council.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RE_AITECH: AI and Robotics technology, typically falls under SERC Council.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RE_SCI_ENG: Science and Engineering, typically falls under SERC Council.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Expense Distribution by Council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Total expenses are highest in the BMRC Council due to the high volume in RE_BIOMED.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SERC Council consolidates expenses from both AITECH and SCI_ENG sectors.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