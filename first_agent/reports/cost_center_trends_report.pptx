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FFFFFF"/>
                </a:solidFill>
                <a:latin typeface="Trebuchet MS"/>
              </a:defRPr>
            </a:pPr>
            <a:r>
              <a:t>Cost Center Expense Insight Report</a:t>
            </a:r>
          </a:p>
          <a:p>
            <a:pPr>
              <a:defRPr sz="2000">
                <a:solidFill>
                  <a:srgbClr val="D4AF37"/>
                </a:solidFill>
                <a:latin typeface="Calibri"/>
              </a:defRPr>
            </a:pPr>
            <a:r>
              <a:t>Analysis of monthly cost center trends (2025-2026)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1A2530"/>
                </a:solidFill>
                <a:latin typeface="Trebuchet MS"/>
              </a:defRPr>
            </a:pPr>
            <a:r>
              <a:t>Primary Cost Center 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CC_IMMUNO: Highest spender, averaging ~405k monthly.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CC_AILAB: Stable second-highest spender, averaging ~310k.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CC_QUANT: Consistent operation at ~295k per month.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CC_MATER: Smallest and most stable, averaging ~47k per month.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1A2530"/>
                </a:solidFill>
                <a:latin typeface="Trebuchet MS"/>
              </a:defRPr>
            </a:pPr>
            <a:r>
              <a:t>Key Trends and Anomalies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D4AF37"/>
                </a:solidFill>
                <a:latin typeface="Trebuchet MS"/>
              </a:defRPr>
            </a:pPr>
            <a:r>
              <a:t>Operational Stability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Month-to-month expenses are highly predictable for core centers.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Operational budgets show minimal seasonal volatility.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D4AF37"/>
                </a:solidFill>
                <a:latin typeface="Trebuchet MS"/>
              </a:defRPr>
            </a:pPr>
            <a:r>
              <a:t>Anomalies &amp; One-time Costs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CC_GENOM: One-time hit of 890k in April 2025.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3C3C3C"/>
                </a:solidFill>
                <a:latin typeface="Calibri"/>
              </a:defRPr>
            </a:pPr>
            <a:r>
              <a:t>CC_ROBOT: One-time entry of 340k in June 2026.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1A2530"/>
                </a:solidFill>
                <a:latin typeface="Trebuchet MS"/>
              </a:defRPr>
            </a:pPr>
            <a:r>
              <a:t>Recommendations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389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Core operational expenses are highly predictable.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Future budget planning can rely on the established monthly averages.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600">
                <a:solidFill>
                  <a:srgbClr val="3C3C3C"/>
                </a:solidFill>
                <a:latin typeface="Calibri"/>
              </a:defRPr>
            </a:pPr>
            <a:r>
              <a:t>Monitor any deviation &gt;10% from historical averages as a potential anomaly.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