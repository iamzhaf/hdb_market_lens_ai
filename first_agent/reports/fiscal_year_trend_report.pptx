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Fiscal Year Expenditure Trend Report</a:t>
            </a:r>
          </a:p>
          <a:p>
            <a:pPr>
              <a:defRPr sz="2000">
                <a:solidFill>
                  <a:srgbClr val="D4AF37"/>
                </a:solidFill>
                <a:latin typeface="Calibri"/>
              </a:defRPr>
            </a:pPr>
            <a:r>
              <a:t>Analysis of Monthly Expenditure Trends (FY2025 - FY2026)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Key Fiscal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Core operational spend remains highly consistent at ~$1.06M per month.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2025 anomaly: April saw a significant spike of ~$1.94M (driven by CC_GENOM).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2026 anomaly: June saw a spike of ~$1.41M (driven by CC_ROBOT).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Month 13 consistently reflects minor accounting adjustments.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D4AF37"/>
                </a:solidFill>
                <a:latin typeface="Trebuchet MS"/>
              </a:defRPr>
            </a:pPr>
            <a:r>
              <a:t>Forecasting Strategy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Budget forecasting can rely on a ~$1.06M/month run rate for operations.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Variances from this baseline are typically driven by non-recurring, project-based expenditures.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D4AF37"/>
                </a:solidFill>
                <a:latin typeface="Trebuchet MS"/>
              </a:defRPr>
            </a:pPr>
            <a:r>
              <a:t>Management Insight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Monitor future spikes to distinguish between 'Operational' (run-rate) and 'Project' (one-time) spending.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Budgeting for growth should be treated as separate from baseline operational maintenance.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