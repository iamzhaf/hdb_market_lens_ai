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HDB Resale Flat Market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Tampines Market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Tampines average resale prices grew by 1.8% over the last quarter.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4-Room flats remain the most popular model in the estate.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Average price for 4-Room flats in 2025 stood at approximately S$685,290.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Increasing demand for newer flats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Slight price growth expected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Bedok and Tampines leading volume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