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trend line clearly shows the long-term appreciation of Woodlands properties, with the most aggressive growth recorded in the last five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Average Price per SQM Trends in Woodlands (4-Room Flats)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The price per square meter in Woodlands has shown a steady upward trend over the last three decades.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A significant acceleration in price per sqm occurred post-2020, climbing from approximately $3,674 to over $5,800 by 2025.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The recent 2026 data shows signs of stabilization, consistent with broader market cooling efforts.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Price per SQM Over Time (Sale 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1990: $641/sqm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1995: $1,714/sqm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2000: $2,255/sqm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2005: $2,265/sqm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2010: $3,349/sqm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2015: $3,694/sqm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2020: $3,674/sqm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2025: $5,858/sqm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